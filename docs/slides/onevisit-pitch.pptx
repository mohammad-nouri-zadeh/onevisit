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10 seconds. We are OneVisit. For people going to a City of Milan registry desk, above all newcomers who don't speak Italian well, OneVisit checks with them, in their own language and from the City's official sources, what they need before the appointment, so the procedure closes the first time.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20 seconds. In 2024, 19,755 people registered in Milan arriving from abroad, 42 percent of all new registrations. When the City surveyed its online residence service, 42 percent of foreign users said it helped little or not at all, against 28 percent of Italians. Online certificates leave only 2 percent unhelped, so online can work. Today, when one document is missing at the desk, the person books and waits again, and the City loses a slot someone else could have used.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20 seconds, or switch to the live app here. The citizen writes their situation in their own language. Claude works out the service and asks only the questions that change the answer, as tap buttons. They get a checklist where every item shows its source, the nearest office from City open data, and a calendar reminder. After the visit there is one question. For City staff: real statistics, errors we found in the City's own office data, reports grouped by cause, and page fixes that Claude drafts and an officer approves.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25 seconds. This is where Claude works every time someone uses OneVisit. Claude reads the citizen's message, picks the service, asks only the deciding questions and calls five tools over the City's data, then answers in the citizen's language. After the visit, Claude sorts each report into one of six causes, rewrites it as one anonymous sentence, and drafts the fix for the City page. A City officer approves every change. Switch Claude off and only raw data is left.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20 seconds. This is what makes it different from asking a general chatbot. Claude may state a City rule only if one of our tools returned it, and it cites the source id. Anything without a verified source is shown as unknown, with a pointer to the official page. A validator checks that every verified fact quotes the saved City page word for word. And a human decides: OneVisit never says your documents are valid; the officer at the desk does.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10 seconds, or skip if short of time. Everything comes from City open data. Cleaning the registry offices dataset we found a closure note for 5 January 2026 still in it. The surveys give the equity baseline, and the foreign-resident figures tell us which languages to offer first.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15 seconds. The City already has what OneVisit needs. On day one: save the service pages and confirm each requirement with the office that owns it, add a OneVisit link to the welcome emails the City already sends to new residents, and name the officers who approve fixes. It's live now at onevisit.streamlit.app, and the code is open source and donated to the Comune.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OneVisit pitch</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